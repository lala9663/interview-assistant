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서아 님 발표 시작: 인사 후 경력 요약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받으면 010-0614-2209로 연락 드린다고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TextBox 2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진서아 포트폴리오 · seoa.jin@example.org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seoa.jin@example.or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/>
              <a:t>포트폴리오</a:t>
            </a:r>
          </a:p>
          <a:p>
            <a:r>
              <a:rPr sz="2400"/>
              <a:t>진서아 (Seoa Jin)</a:t>
            </a:r>
          </a:p>
          <a:p>
            <a:r>
              <a:rPr sz="2400"/>
              <a:t>UX 디자인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인적사항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645920" cy="21945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0" y="1280160"/>
          <a:ext cx="8961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진서아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영문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Seoa Jin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생년월일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1996.07.07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휴대전화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010-0614-2209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이메일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seoa.jin@example.org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서울특별시 성동구 바람결길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학력 · 경력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전공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구분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2015.03 ~ 2019.02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한양대학교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산업디자인학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졸업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92608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직무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담당 업무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2019.09 ~ 2025.10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쿠팡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UX 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UX 디자인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진서아 01006142209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자기소개서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[지원 동기] 쿠팡에서 쌓은 UX 디자이너 경험을 바탕으로 더 큰 문제를 풀고 싶어 UX 디자인 직무에 지원했습니다.</a:t>
            </a:r>
          </a:p>
          <a:p>
            <a:r>
              <a:rPr sz="1300"/>
              <a:t>[학업] 한양대학교에서 산업디자인학을 공부하며 데이터로 의사결정을 설명하는 방법을 익혔습니다.</a:t>
            </a:r>
          </a:p>
          <a:p>
            <a:r>
              <a:rPr sz="1300"/>
              <a:t>[협업] 서예준 디자이너님과 진행한 개선 과제에서 처음으로 팀 전체의 목표를 숫자로 정리해 보았습니다. 이후 모든 일을 측정 가능한 목표로 바꾸어 생각합니다.</a:t>
            </a:r>
          </a:p>
          <a:p>
            <a:r>
              <a:rPr sz="1300"/>
              <a:t>[포부] 저 진서아, 입사 후 3년 안에 팀이 믿고 맡기는 사람이 되겠습니다. 연락처는 010-0614-2209입니다.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hlinkClick r:id="rId2"/>
              </a:rPr>
              <a:t>연락하기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</dc:title>
  <dc:subject/>
  <dc:creator>진서아</dc:creator>
  <cp:keywords/>
  <dc:description>generated using python-pptx</dc:description>
  <cp:lastModifiedBy/>
  <cp:revision>2</cp:revision>
  <dcterms:created xsi:type="dcterms:W3CDTF">2026-10-01T09:00:00Z</dcterms:created>
  <dcterms:modified xsi:type="dcterms:W3CDTF">2026-10-01T09:00:00Z</dcterms:modified>
  <cp:category/>
</cp:coreProperties>
</file>