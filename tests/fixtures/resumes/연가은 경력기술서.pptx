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오지훈 팀장님이 추천서를 gaeun.yeon@example.com로 보내 주실 예정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/>
              <a:t>경력기술서</a:t>
            </a:r>
          </a:p>
          <a:p>
            <a:r>
              <a:rPr sz="2400"/>
              <a:t>데이터 엔지니어링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/>
              <a:t>인적사항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645920" cy="21945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60320" y="1280160"/>
          <a:ext cx="8961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  <a:gridCol w="2240280"/>
                <a:gridCol w="224028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가은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영문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Gaeun Yeon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생년월일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1998.02.14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휴대전화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010-0958-3346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이메일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gaeun.yeon@example.com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세종특별자치시 한솔빛로 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/>
              <a:t>학력 · 경력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전공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구분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2017.03 ~ 2021.02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충남대학교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컴퓨터공학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졸업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926080"/>
          <a:ext cx="10972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회사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직무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담당 업무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2021.03 ~ 2025.12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새솔테크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데이터 엔지니어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데이터 엔지니어링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/>
              <a:t>자기소개서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[지원 동기] 안녕하십니까. 데이터 엔지니어링 직무에 지원한 연가은입니다. 충남대에서 컴퓨터공학을 전공하며 큰 시스템이 실패 없이 돌아가게 만드는 일에 흥미를 느꼈습니다.</a:t>
            </a:r>
          </a:p>
          <a:p>
            <a:r>
              <a:rPr sz="1300"/>
              <a:t>[직무 역량] 새솔테크에서 데이터 엔지니어 업무를 맡아 장애 대응 절차를 다시 설계했고, 배포 실패율을 절반으로 줄였습니다. 당시 오지훈 팀장님께서 코드 리뷰 문화를 함께 만들어 주셨습니다.</a:t>
            </a:r>
          </a:p>
          <a:p>
            <a:r>
              <a:rPr sz="1300"/>
              <a:t>[협업 경험] 동료들은 저를 '가은 님'이라고 부르며 어려운 일을 먼저 맡기곤 했습니다. 문제를 숫자로 설명하고 합의를 이끄는 것이 제 강점입니다.</a:t>
            </a:r>
          </a:p>
          <a:p>
            <a:r>
              <a:rPr sz="1300"/>
              <a:t>[입사 후 포부] 입사 후에는 동료 개발자들이 믿고 쓰는 플랫폼을 만들고 싶습니다. 궁금하신 점은 gaeun.yeon@example.com로 연락 주시면 감사하겠습니다.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(발표용 아님) 연락처</a:t>
            </a:r>
          </a:p>
          <a:p>
            <a:r>
              <a:rPr sz="1600"/>
              <a:t>연가은 010.0958.3346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연가은 경력기술서</dc:title>
  <dc:subject/>
  <dc:creator/>
  <cp:keywords/>
  <dc:description>generated using python-pptx</dc:description>
  <cp:lastModifiedBy/>
  <cp:revision>2</cp:revision>
  <dcterms:created xsi:type="dcterms:W3CDTF">2026-10-01T09:00:00Z</dcterms:created>
  <dcterms:modified xsi:type="dcterms:W3CDTF">2026-10-01T09:00:00Z</dcterms:modified>
  <cp:category/>
</cp:coreProperties>
</file>