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추천인: 임수아 실장님 (전 직장 상사)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minhyuk.pyo@example.net" TargetMode="Externa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/>
              <a:t>Portfolio</a:t>
            </a:r>
          </a:p>
          <a:p>
            <a:r>
              <a:rPr sz="2400"/>
              <a:t>표민혁 · Minhyuk Pyo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06095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표민혁 개인 연락처 (010) 1027-5583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/>
              <a:t>인적사항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645920" cy="21945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0" y="1280160"/>
          <a:ext cx="8961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표민혁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영문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Minhyuk Pyo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생년월일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1993년 5월 25일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휴대전화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010-1027-5583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이메일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minhyuk.pyo@example.net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경기도 고양시 일산동구 호수빛로 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2560320" y="4572000"/>
            <a:ext cx="5486400" cy="822960"/>
            <a:chOff x="2560320" y="4572000"/>
            <a:chExt cx="5486400" cy="822960"/>
          </a:xfrm>
        </p:grpSpPr>
        <p:sp>
          <p:nvSpPr>
            <p:cNvPr id="6" name="TextBox 5"/>
            <p:cNvSpPr txBox="1"/>
            <p:nvPr/>
          </p:nvSpPr>
          <p:spPr>
            <a:xfrm>
              <a:off x="2560320" y="457200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100"/>
                <a:t>거주지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60320" y="4937760"/>
              <a:ext cx="54864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100"/>
                <a:t>경기도 고양시 일산동구 호수빛로 61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/>
              <a:t>학력 · 경력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전공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구분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2013.03 ~ 2017.02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홍익대학교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게임소프트웨어학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졸업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926080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직무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담당 업무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2017.07 ~ 2025.04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엔씨소프트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게임 클라이언트 개발자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게임 클라이언트 개발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/>
              <a:t>자기소개서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[자기소개] 표민혁(Minhyuk Pyo)입니다. 홍익대 졸업 후 엔씨소프트에서 일하며 사용자 문제를 가장 먼저 듣는 사람이 되려고 노력했습니다.</a:t>
            </a:r>
          </a:p>
          <a:p>
            <a:r>
              <a:rPr sz="1300"/>
              <a:t>[대표 프로젝트] 게임 클라이언트 개발자 업무를 하면서 고객 문의를 분류하는 내부 도구를 만들었고, 처리 시간을 40% 줄였습니다. 임수아 실장님이 이 도구를 다른 팀에도 소개해 주셨습니다.</a:t>
            </a:r>
          </a:p>
          <a:p>
            <a:r>
              <a:rPr sz="1300"/>
              <a:t>[일하는 방식] 작게 만들고 빨리 확인합니다. 실패한 시도도 기록해 두고 다음 결정의 근거로 씁니다.</a:t>
            </a:r>
          </a:p>
          <a:p>
            <a:r>
              <a:rPr sz="1300"/>
              <a:t>[포부] 게임 클라이언트 개발 직무에서 현장의 목소리를 제품으로 연결하겠습니다.</a:t>
            </a:r>
          </a:p>
        </p:txBody>
      </p:sp>
      <p:sp>
        <p:nvSpPr>
          <p:cNvPr id="4" name="TextBox 3">
            <a:hlinkClick r:id="rId2"/>
          </p:cNvPr>
          <p:cNvSpPr txBox="1"/>
          <p:nvPr/>
        </p:nvSpPr>
        <p:spPr>
          <a:xfrm>
            <a:off x="9601200" y="6035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메일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</dc:title>
  <dc:subject/>
  <dc:creator>PC</dc:creator>
  <cp:keywords/>
  <dc:description>generated using python-pptx</dc:description>
  <cp:lastModifiedBy>Minhyuk Pyo</cp:lastModifiedBy>
  <cp:revision>2</cp:revision>
  <dcterms:created xsi:type="dcterms:W3CDTF">2026-10-01T09:00:00Z</dcterms:created>
  <dcterms:modified xsi:type="dcterms:W3CDTF">2026-10-01T09:00:00Z</dcterms:modified>
  <cp:category/>
</cp:coreProperties>
</file>